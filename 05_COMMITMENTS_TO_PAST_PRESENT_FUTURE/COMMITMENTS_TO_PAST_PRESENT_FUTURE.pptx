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Commitments To Past Present Future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commitments to past, present &amp; future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